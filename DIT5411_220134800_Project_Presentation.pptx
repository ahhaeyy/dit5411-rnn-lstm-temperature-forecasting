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8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hhaeyy/DIT5411-RNN-LSTM-Temperature-Forecast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DIT5411 Machine Learning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69469"/>
            <a:ext cx="7120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Forecasting Hong Kong Daily Grass Minimum Temperature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Using RNN, LSTM, and </a:t>
            </a:r>
            <a:r>
              <a:rPr lang="en-US" sz="2100" dirty="0" err="1">
                <a:solidFill>
                  <a:schemeClr val="tx1"/>
                </a:solidFill>
              </a:rPr>
              <a:t>BiLSTM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Fok Tsz Ching 220134800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/>
              <a:t>Grass Minimum Temperature is important for frost prediction, agriculture, and environmental monitoring.</a:t>
            </a:r>
          </a:p>
          <a:p>
            <a:pPr lvl="1"/>
            <a:r>
              <a:rPr lang="en-US" sz="2100"/>
              <a:t>Hong Kong shows strong temperature seasonality.</a:t>
            </a:r>
          </a:p>
          <a:p>
            <a:pPr lvl="1"/>
            <a:r>
              <a:rPr lang="en-US" sz="2100"/>
              <a:t>Deep learning handles nonlinear temporal patterns in climate data.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4700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Preprocess HKO grass minimum temperature data (1980–2025).</a:t>
            </a:r>
          </a:p>
          <a:p>
            <a:pPr marL="457200" lvl="1" indent="0">
              <a:buNone/>
            </a:pPr>
            <a:r>
              <a:rPr lang="en-US" sz="1700" dirty="0"/>
              <a:t>Train and compare RNN, LSTM, and </a:t>
            </a:r>
            <a:r>
              <a:rPr lang="en-US" sz="1700" dirty="0" err="1"/>
              <a:t>BiLSTM</a:t>
            </a:r>
            <a:r>
              <a:rPr lang="en-US" sz="1700" dirty="0"/>
              <a:t>.</a:t>
            </a:r>
          </a:p>
          <a:p>
            <a:pPr marL="457200" lvl="1" indent="0">
              <a:buNone/>
            </a:pPr>
            <a:r>
              <a:rPr lang="en-US" sz="1700" dirty="0"/>
              <a:t>Evaluate models on unseen 2025 data using MAE and RMSE.</a:t>
            </a:r>
          </a:p>
          <a:p>
            <a:pPr marL="457200" lvl="1" indent="0">
              <a:buNone/>
            </a:pPr>
            <a:r>
              <a:rPr lang="en-US" sz="1700" dirty="0"/>
              <a:t>Interpret results and publish reproducible code on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Dataset Description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 dirty="0"/>
              <a:t>Source: Hong Kong Observatory (HKO).</a:t>
            </a:r>
          </a:p>
          <a:p>
            <a:pPr marL="457200" lvl="1" indent="0">
              <a:buNone/>
            </a:pPr>
            <a:r>
              <a:rPr lang="en-US" sz="2100" dirty="0"/>
              <a:t>Daily grass minimum temperature from 1980–2025.</a:t>
            </a:r>
          </a:p>
          <a:p>
            <a:pPr marL="457200" lvl="1" indent="0">
              <a:buNone/>
            </a:pPr>
            <a:r>
              <a:rPr lang="en-US" sz="2100" dirty="0"/>
              <a:t>Training: 1980–2024; Testing: Jan–Oct 2025.</a:t>
            </a:r>
          </a:p>
          <a:p>
            <a:pPr marL="457200" lvl="1" indent="0">
              <a:buNone/>
            </a:pPr>
            <a:r>
              <a:rPr lang="en-US" sz="2100" dirty="0"/>
              <a:t>Data exhibits strong seasonality and smooth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470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Datetime conversion and cleaning.</a:t>
            </a:r>
          </a:p>
          <a:p>
            <a:r>
              <a:rPr lang="en-US" sz="1700" dirty="0"/>
              <a:t>Missing-value interpolation.</a:t>
            </a:r>
          </a:p>
          <a:p>
            <a:r>
              <a:rPr lang="en-US" sz="1700" dirty="0"/>
              <a:t>Normalization using </a:t>
            </a:r>
            <a:r>
              <a:rPr lang="en-US" sz="1700" dirty="0" err="1"/>
              <a:t>MinMaxScaler</a:t>
            </a:r>
            <a:r>
              <a:rPr lang="en-US" sz="1700" dirty="0"/>
              <a:t>.</a:t>
            </a:r>
          </a:p>
          <a:p>
            <a:r>
              <a:rPr lang="en-US" sz="1700" dirty="0"/>
              <a:t>45-day sliding window → next-day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Model Overview: RNN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 err="1"/>
              <a:t>SimpleRNN</a:t>
            </a:r>
            <a:r>
              <a:rPr lang="en-US" sz="2100" dirty="0"/>
              <a:t> (64 units).</a:t>
            </a:r>
          </a:p>
          <a:p>
            <a:r>
              <a:rPr lang="en-US" sz="2100" dirty="0"/>
              <a:t>Dense (32, </a:t>
            </a:r>
            <a:r>
              <a:rPr lang="en-US" sz="2100" dirty="0" err="1"/>
              <a:t>ReLU</a:t>
            </a:r>
            <a:r>
              <a:rPr lang="en-US" sz="2100" dirty="0"/>
              <a:t>).</a:t>
            </a:r>
          </a:p>
          <a:p>
            <a:r>
              <a:rPr lang="en-US" sz="2100" dirty="0"/>
              <a:t>Output: 1 unit.</a:t>
            </a:r>
          </a:p>
          <a:p>
            <a:r>
              <a:rPr lang="en-US" sz="2100" dirty="0"/>
              <a:t>Efficient for smooth, single-variable climate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Model Overview: LSTM / BiLSTM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LSTM (64 units) + Dropout (0.2).</a:t>
            </a:r>
          </a:p>
          <a:p>
            <a:r>
              <a:rPr lang="en-US" sz="2100" dirty="0" err="1"/>
              <a:t>BiLSTM</a:t>
            </a:r>
            <a:r>
              <a:rPr lang="en-US" sz="2100" dirty="0"/>
              <a:t> (64 units).</a:t>
            </a:r>
          </a:p>
          <a:p>
            <a:r>
              <a:rPr lang="en-US" sz="2100" dirty="0"/>
              <a:t>Both followed by Dense (32) → Output (1).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US" sz="2700"/>
              <a:t>Training Configuration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dirty="0"/>
              <a:t>Optimizer: Adam (0.001).</a:t>
            </a:r>
          </a:p>
          <a:p>
            <a:pPr marL="457200" lvl="1" indent="0">
              <a:buNone/>
            </a:pPr>
            <a:r>
              <a:rPr lang="en-US" sz="2100" dirty="0"/>
              <a:t>Loss: MSE.</a:t>
            </a:r>
          </a:p>
          <a:p>
            <a:pPr marL="457200" lvl="1" indent="0">
              <a:buNone/>
            </a:pPr>
            <a:r>
              <a:rPr lang="en-US" sz="2100" dirty="0"/>
              <a:t>Epochs: 80; Batch size: 32.</a:t>
            </a:r>
          </a:p>
          <a:p>
            <a:pPr marL="457200" lvl="1" indent="0">
              <a:buNone/>
            </a:pPr>
            <a:r>
              <a:rPr lang="en-US" sz="2100" dirty="0"/>
              <a:t>Validation split: 10%.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US" sz="4200"/>
              <a:t>Results Summary</a:t>
            </a: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dirty="0"/>
              <a:t>RNN — MAE: 0.9539, RMSE: 1.3089.</a:t>
            </a:r>
          </a:p>
          <a:p>
            <a:pPr marL="0" indent="0">
              <a:buNone/>
            </a:pPr>
            <a:r>
              <a:rPr lang="en-US" sz="1900" dirty="0"/>
              <a:t>LSTM — MAE: 1.9091, RMSE: 2.1487.</a:t>
            </a:r>
          </a:p>
          <a:p>
            <a:pPr marL="0" indent="0">
              <a:buNone/>
            </a:pPr>
            <a:r>
              <a:rPr lang="en-US" sz="1900" dirty="0" err="1"/>
              <a:t>BiLSTM</a:t>
            </a:r>
            <a:r>
              <a:rPr lang="en-US" sz="1900" dirty="0"/>
              <a:t> — MAE: 1.0022, RMSE: 1.2943.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RNN achieved best overall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Actual vs Predicted Temperature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10366"/>
            <a:ext cx="8178799" cy="29239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Error Distribution</a:t>
            </a:r>
          </a:p>
        </p:txBody>
      </p:sp>
      <p:pic>
        <p:nvPicPr>
          <p:cNvPr id="3" name="Picture 2" descr="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1" y="1675227"/>
            <a:ext cx="7030716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 dirty="0"/>
              <a:t>RNN outperformed due to smooth, seasonal dataset.</a:t>
            </a:r>
          </a:p>
          <a:p>
            <a:r>
              <a:rPr lang="en-US" sz="2100" dirty="0"/>
              <a:t>LSTM overfitted on single-variable climate data.</a:t>
            </a:r>
          </a:p>
          <a:p>
            <a:r>
              <a:rPr lang="en-US" sz="2100" dirty="0" err="1"/>
              <a:t>BiLSTM</a:t>
            </a:r>
            <a:r>
              <a:rPr lang="en-US" sz="2100" dirty="0"/>
              <a:t> improved stability but remained less consistent than RNN.</a:t>
            </a:r>
          </a:p>
          <a:p>
            <a:r>
              <a:rPr lang="en-US" sz="2100" dirty="0"/>
              <a:t>Cold anomalies increased error across all models.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RNN is the most suitable model for this dataset.</a:t>
            </a:r>
          </a:p>
          <a:p>
            <a:r>
              <a:rPr lang="en-US" sz="2100" dirty="0"/>
              <a:t>LSTM and </a:t>
            </a:r>
            <a:r>
              <a:rPr lang="en-US" sz="2100" dirty="0" err="1"/>
              <a:t>BiLSTM</a:t>
            </a:r>
            <a:r>
              <a:rPr lang="en-US" sz="2100" dirty="0"/>
              <a:t> complexity did not provide advantages.</a:t>
            </a:r>
          </a:p>
          <a:p>
            <a:r>
              <a:rPr lang="en-US" sz="2100" dirty="0"/>
              <a:t>Future work: multivariate models, GRU, hybrid architectures, probabilistic forecasting.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4700"/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hlinkClick r:id="rId2"/>
              </a:rPr>
              <a:t>https://github.com/Ahhaeyy/DIT5411-RNN-LSTM-Temperature-Forecasting</a:t>
            </a:r>
            <a:endParaRPr lang="en-US" sz="1700"/>
          </a:p>
          <a:p>
            <a:endParaRPr lang="en-US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369</Words>
  <Application>Microsoft Office PowerPoint</Application>
  <PresentationFormat>如螢幕大小 (4:3)</PresentationFormat>
  <Paragraphs>58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DIT5411 Machine Learning Project</vt:lpstr>
      <vt:lpstr>Background &amp; Motivation</vt:lpstr>
      <vt:lpstr>Project Objectives</vt:lpstr>
      <vt:lpstr>Dataset Description</vt:lpstr>
      <vt:lpstr>Data Preprocessing</vt:lpstr>
      <vt:lpstr>Model Overview: RNN</vt:lpstr>
      <vt:lpstr>Model Overview: LSTM / BiLSTM</vt:lpstr>
      <vt:lpstr>Training Configuration</vt:lpstr>
      <vt:lpstr>Results Summary</vt:lpstr>
      <vt:lpstr>Actual vs Predicted Temperature</vt:lpstr>
      <vt:lpstr>Error Distribution</vt:lpstr>
      <vt:lpstr>Discussion</vt:lpstr>
      <vt:lpstr>Conclusion &amp; Future Work</vt:lpstr>
      <vt:lpstr>GitHub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FOK Tsz Ching (220134800)</cp:lastModifiedBy>
  <cp:revision>4</cp:revision>
  <dcterms:created xsi:type="dcterms:W3CDTF">2013-01-27T09:14:16Z</dcterms:created>
  <dcterms:modified xsi:type="dcterms:W3CDTF">2025-12-03T08:51:53Z</dcterms:modified>
  <cp:category/>
</cp:coreProperties>
</file>